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459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29653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3705c74-92ff-4ea5-ac1a-4d95b878c5ec}">
  <we:reference id="WA200003233" version="2.0.0.3" store="en-US" storeType="OMEX"/>
  <we:alternateReferences/>
  <we:properties>
    <we:property name="Microsoft.Office.CampaignId" value="&quot;none&quot;"/>
    <we:property name="reportUrl" value="&quot;/groups/me/reports/bb4b7088-e1b2-4078-b0d5-1bff44c572ec/593f348d5e9119ebc7bd?bookmarkGuid=dbcc8b21-0fa2-4f7b-b71f-155df75e7a65&amp;bookmarkUsage=1&amp;ctid=475a14ea-12e0-4b5a-a42c-10fe6d8d707f&amp;fromEntryPoint=export&quot;"/>
    <we:property name="reportState" value="&quot;CONNECTED&quot;"/>
    <we:property name="artifactViewState" value="&quot;live&quot;"/>
    <we:property name="reportEmbeddedTime" value="&quot;2026-03-22T17:11:34.455Z&quot;"/>
    <we:property name="creatorSessionId" value="&quot;519049e6-9ff2-4d6b-8d50-1dd91ea43b3a&quot;"/>
    <we:property name="creatorUserId" value="&quot;1003200515F7E51C&quot;"/>
    <we:property name="creatorTenantId" value="&quot;475a14ea-12e0-4b5a-a42c-10fe6d8d707f&quot;"/>
    <we:property name="pageDisplayName" value="&quot;Dossiers&quot;"/>
    <we:property name="pageName" value="&quot;593f348d5e9119ebc7bd&quot;"/>
    <we:property name="reportName" value="&quot;Analyse_Dossiers_Conteneurs&quot;"/>
    <we:property name="isVisualContainerHeaderHidden" value="false"/>
    <we:property name="isFiltersActionButtonVisible" value="true"/>
    <we:property name="initialStateBookmark" value="&quot;H4sIAAAAAAAAA+1ZbVPbOBD+Kx1/6ZfA2LKdxP1GgU45XpoBhpubG6azlleJWsfOyTIlx+S/30q2AwSTBAptOfoJvFpJu8++6JFy5SSymKQwPYIxOu+c93n+dQzq6xvP6ThZLfv0af9w63j/89HW4S6J84mWeVY4764cDWqI+kwWJaRmBRL+fd5xIE0HMDRfAtICO84EVZFnkMp/sVKmIa1KnHUcvJykuQKz5IkGjWbZC1Knb9rb2/RpR+BaXuAJcl1Jw8gXftBPQow8L8KY9+KE1IpKwVrWqmKWtttv55kGmdE2RuZHHPrMi+IYPGBcBKLrG7mQqa5V4unu5USRd+TzdGJQ2UouIONo9iUXFBaVxVfO1nCocAi6/ty9Nbidp+W4RX6Sl4rjMQo7lGmpp7SHjncOd3JSIiuav86MQBuonCC1OntJPWIHPpRZDVJoPkf5t22FhCr57s46c+O3STTMleSQ3rH/6U38g2Y6d805J0khs2Fa58R1eE4rK7m1ZHsESpu0i79QfE00aF6uElTvpzYgO1I1mcE6C0b/OsGYnTd5TPpfbmRqHYvKl2cD/3xm5HHfRYi66Pb7YYR94UWheHymHyIUpcKntPYorke2S6Uw04dUqKOW3On8XOsGCi9kXha/lnlnoKRN9QHXc1MfZ91HmgmKj6YHeIHpXSPn43eHGoPm1lQOfbej9Qk1X9a55fsOOWddNCNG/YaFdvDNtcAM1345fyEsh2hZq3w1KN2X5ytbuIY4xd3LNdu3t9i+Xx3Apk93nG7IeeIJH3oIbh+jboCesW451Hip43wBarOai2HgQxT7goXoRtT0E/bi6Q17DJ8AldRDL5tOsCZRODLwQiHCkPdEzJIeMm9laH93tCUdbY2z8QcnwQ6xBDQsrljIAu8RJZDSpaeVUK+mpq8uNSrKLHoQdENIvDjueR53IfD6v0vsmUvs1WB0D/1co44LfZJKTkfDzUJ2xqiG1tchZrRfapNyUtkpsbhO3Nv/nTUPLnTifVD52E6rPTYZPIfnIKeUNv6cGmL3mQsuIvR7G13muRuBF3sbwBjbSDzPTdxYMIYuTa+Mds0V+M8RmkuPvepmiWya6N5CyyzWvw038SVDFzpnDS7tegZpaR+naNEDqStkrioxKTKX+QdG87w6WO2cAtOGB9zBsNBU2/rERujE6hkp2i7QuoN9B3NsQyE/7OzT/ABBHOVJteQ6k+tTv7VXz118fdVjqoUDH2HywWb0TvWkuadxXAEi7dNfwWnDvaQ6pccTMqVozuzma19mpv7MDkI//Dh/THW052zHOZbDkb4nIZp8tfl0+wHXDDkmfSmfICuaV9UKB5Wn9r8mWUgtNVBWo/+UqKbkktVoi+TmzThtzmO5eTtCm9YFWloWhF4Kk8L0NPPaS6IELVb7OH1AhT8Dvta8gcyyxjZzKj0VANXBdw8Ct3clJZXnNs4NNk0hZ2Wa1gXPeBy6xPIDl/VFEGHSx9Uc5H/JX4dQ0vn2Mm5vyxyv4hqzIAy7jHX7AQ+53xNBAC8mrg+4mf+sHx5M6yv1Y/jVRLZfk37RVFv6UPBzfneYY19do/pRF0UAINBHFyKXBaJ7f6rXvzwKX0Ru4Pai2A8Ewx5EwqT93UJYj8nqm0z29IYPW0IABbNYi6oeVe16MaRPSSjmlFYvorqVmDn4EWKpbXYdxCntNi4zXMkazIFSkYaKMn1P9bWi90BbH1iSxbLrTgIaWnj6mNj1CnL99j0Ukr+t6fVz0f41mfuPDsL5rCaRbZjmpS4mwHEAGbaAYQlmgsn6Nx8KpyTetmKC4UVzyGaz/wBDsyn+oiAAAA==&quot;"/>
    <we:property name="bookmark" value="&quot;H4sIAAAAAAAAA+1ZbVPbOBD+K4y/9G4mMH5N7H6j0E65QoYpDDc3nczNWl4lbh07J8uUHJP/fivJDkkwIaTQlqMfGGJpJe0+uys9K11bSVpOMpj2YYzWa+tNUXwZg/iy41gdKzdtfi+EMPD9wAM3sP2YR05EvcVEpkVeWq+vLQliiPIiLSvI1ETU+GnQsSDLTmGovjhkJXasCYqyyCFL/0UjTF1SVDjrWHg1yQoBasozCRLVtJckTt+kgrPn0YrAZHqJZ8ikaQ0ij3t+mAQYOU6EMevFCYmVRkBr1iqiptbLHxS5hDSnZVSbFzEIXSeKY3DAZdznXU+18zSTtUg8fXs1EWQd2TydKHD2k0vIGap1yQSBpdH42tofDgUOQdafb5c6D4qsGre0nxWVYPgRue7KZSqntIaMD08OCxIiLZr/1oxAOxUFQapljpK6R3e8q/IapEB9joqvBwIJVbLdnnXmyh9Q07AQKYPslv6Pr+IfNNK6rc6AWso0H2Z1TNy459xoybQmByMQUoVd/Jn8q7xB4wqRoHgz1Q45TEUTGW5nRemfxxmzQRPHJP95IVJrXxhbngz8gcY/HY4y+pNqlhKzBjZaOAEJJzDRSd0y616/GO8k1c5nNZuSLxmtcJQYGMcTEGnZgNp8fUhz5eeOdYxcPnFkfWysOk4pZU0sXUBWqTB6NUbBBCbpKxJVjiD5MUpQJpMtpFaVy36R96ss+63V+Llbf7cGyo9mY7gx4mQ+2/VCMpVP7NGOxYCNMNF2HkkcmwXTBNVsKZbP3lEd61J11XFpk0gjYSKa5otDGyHqoh2GQYQhd6KAb793nyCUlcDHtLwf1z0HlRDkmRM6ekYtu2Hnx2p3KvAyLary51LvggJUb96nTM5V3U679zQSBBtNj/ESs9tKzvtvdzUKzbUxBn2zoTX1mk9rLdl+SMZpE1WPEl/QUHfu3DSo7tou6y+E9RCtO/xfDEp3xfm9pERCnOHbqw0JibNKSF4cwIZ5dAPGEod70EOwQ4y6PjqahKyFGq9kXKxArWazMfA9iGKPuwHaEW36ifvsCbu7DUMGkdRdz5sgu02gMHTBCTgPAtbjsZv00HXude2vHW3NjrbB2fidg+CQWAIqRliuRIGzRQpkVMa3loj3F1svLjQMZeY98LsBJE4c9xyH2eA74a8Ue+IUezEY3UE/N8jjUp5lKaOjYTGRVcU31LYOMTcFIwXlxOipa9wmcJd/XTRXiHTivRPFWA+rLVYRPIfnuKCQVvacK2L3N+OMR+j1druuY+/6Tuzsguu6u4nj2Ikdc9dFm4YbpW1Vov45QlX06FI/T9JmEz1a2TIfcBvQ+JcUXdk5a3BpVV0zqzk/tZbSru16x0pyYA5WPWb5xmcZw1JSbssz7aEzLWfVlxl3FOv6ZtfSGwrZoUefF8cIvF8kZspNBtenfutePTfx5WWPyhZzufNOR/ShuatfvOTRTnvyu51tsqM9Ztdf/TTxquNp+WVCdVkqfCmeIC+bdwKDgygy/asJFhLLFJSm958KxZRM0hKtN3uLftqb+3Jv2UN72gSaOi0JvQwmpdrT1PtFp7ltm37A6Tb3fY+Hr1bvNM3zRjd1Kj0WAObguwOB5VVJSBSF9nODTZPIeZVldcK7LA5sYvm+7YbcjzAJ8X4O8r/kr0Oo6Hx7HtXbOsONX2PXD4Ku63ZDnwXM63Hfh2fj1wdU5j/qKU1tfZXchl9N0vYy6ScNtbUXBT/mJW2OvSmjwqiL3Afg6KENke36vHt3qNdP6tzjke3bvSj2fO5iDyKuwv52ImzGZOUikz1fsGGfcyBnlhtR1b7Zrldd+piEYk5p5Sqq+4kag+8hTqWOruM4o9XGVY73sgZ1oBjSYCjTt2RfK3oP1PWBKVmuK3fq18lVnj4mdn0PuX71BsqU3byhPQ3t35C5f28nDGY1iWzDtKhkOQGGp5BjCxiaYCaYPAiC2ew/0myUsksjAAA=&quot;"/>
    <we:property name="datasetId" value="&quot;eb4dfdc1-7ff4-43ed-9605-e178f9d1bb2b&quot;"/>
    <we:property name="embedUrl" value="&quot;/reportEmbed?reportId=bb4b7088-e1b2-4078-b0d5-1bff44c572ec&amp;config=eyJjbHVzdGVyVXJsIjoiaHR0cHM6Ly9XQUJJLVdFU1QtRVVST1BF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3b442dc-8c33-4987-8515-26e1bd82bae5}">
  <we:reference id="WA200003233" version="2.0.0.3" store="en-US" storeType="OMEX"/>
  <we:alternateReferences/>
  <we:properties>
    <we:property name="Microsoft.Office.CampaignId" value="&quot;none&quot;"/>
    <we:property name="reportUrl" value="&quot;/groups/me/reports/bb4b7088-e1b2-4078-b0d5-1bff44c572ec/6273dcfc848decc573f7?bookmarkGuid=ec277fed-3c27-4cb0-bf80-30f53ec28603&amp;bookmarkUsage=1&amp;ctid=475a14ea-12e0-4b5a-a42c-10fe6d8d707f&amp;fromEntryPoint=export&quot;"/>
    <we:property name="reportState" value="&quot;CONNECTED&quot;"/>
    <we:property name="artifactViewState" value="&quot;live&quot;"/>
    <we:property name="reportEmbeddedTime" value="&quot;2026-03-22T17:22:12.174Z&quot;"/>
    <we:property name="creatorSessionId" value="&quot;0e2924f8-5025-4524-ae49-fcdc9ea53f01&quot;"/>
    <we:property name="creatorUserId" value="&quot;1003200515F7E51C&quot;"/>
    <we:property name="creatorTenantId" value="&quot;475a14ea-12e0-4b5a-a42c-10fe6d8d707f&quot;"/>
    <we:property name="pageDisplayName" value="&quot;Livraisons et Retraits&quot;"/>
    <we:property name="pageName" value="&quot;6273dcfc848decc573f7&quot;"/>
    <we:property name="reportName" value="&quot;Analyse_Dossiers_Conteneurs&quot;"/>
    <we:property name="isVisualContainerHeaderHidden" value="false"/>
    <we:property name="isFiltersActionButtonVisible" value="true"/>
    <we:property name="initialStateBookmark" value="&quot;H4sIAAAAAAAAA+1aWU/jSBD+KyO/zEtAdvueN04NSzgEiNVqhEbV3eXgGcfO2g5LFvHft7rthARMLq6wAA/Qd1V9dXW5bwwZF70EBofQReObsZllv7uQ//5iGS0jrfuOjvYPNk72fx5uHOxQd9Yr4ywtjG83Rgl5B8vzuOhDonagzh8XLQOS5Bg6qhVBUmDL6GFeZCkk8b9YTaahMu/jbcvA616S5aC2PC2hRLXtFU2nNp1trdt0IogyvsJTFGXV6zHfliISgRNIFML17cinaUU1QVPWOEVtrY/fytIS4pSOUX0MbdNk0hOma9log2u7oPqLOO0kNcF3a88GPSWVEq9Lnl0refBfdLDa6faWGGKOE7HItTjnAbN9FGiFanUUJ2V9IK/FfWNYps/B9cFh0rIjmzu2r8msRd843DLKioQNeQWpQEk91eZq5flQdqxl7OZZlxC5MWp0S5q5k5ZxOVANvn2wnRVFTAuOCCANQaEkgyn2idCWUbFq3hKkf15ijnovmiHjCgjV6PYgj4v7rf04lZqENkalGjpAKPq55nnnupdjUdQ7nGb9XOAJRncNTakS5XGeEWGa2kPejq9yUHsXeuwk7lzqndsxcV4BdA5JvxKb2aZJ9HNRadjYefMRMr+UZtF5mf2zlSMptlSSpA4+UOdqUb5DHDc6nRw7MFw3KcKtLOl3G/rnxHhPjugfka/n7PbT2vTZU6B/Ou1Lq8W8rE1qS2ukIlvU1cnyWBC399lanvKtJMa0fEDsLnTjJMFqtEGJlWSn+saEXOtW0i8IHZQVeaRSPNu6hLyc9JjUyCXmmwOtk9txPnTypHM7b2i4ylaqsENzfo0FlhqJQW1DLyz6Cx1SuGcDgmOKwHaRm0C/+CCkTPEqq+QBWytA4AmWRGA5nbxpJvedzoJcXA7aeIXJQ0JH4w+HhoSck4Otsp7aHy7O7PCvZqMODaNtjQmet4kZzaUaUdPHKNSDX+461HDNl3FAUrxc2gU0mftso/pwwq2MHDwIAAOGnoeMgUQpH+aN78TIZ6qHgFzWQ+8kHKhxU3iRy5mJzAkCx4scz19lPzzFzf0fABpjr4KH+cyXIYTcY8ITMuAQRo/DU1+xIjsKTcf0Q27TvQ19WiOf64p1NsbTRhQBSWu+dPwwK5sy1Gk5unmXoz8xDd+Qag1+Bx6XGoU2pwtzt9tPcebNK+0nSZV+NyXgi6VLjdJbkNYFtb5IYkEYj2u80cW8o7W4Q4qo2SW0ehUJMRZ3Cjb538sryd49SRbzp6TLgk/EaKTVUT8aFeDrwdHh2fFOu723c/JVrbiorFOvlVBCg/i6mdQCRm2azdtuQhGLr8Ob3WN5xIi419e1Koibtu8KJwTOvcCXDkUKyReJECt//3/VOo67qmWcl76Yz0MiaZ/CdRPE+7tlzU4/htWDTcg/qwbL60XllSLf9cEPbWlHFkBkMddzZyZGYShdNwiY53mMvBmyIHy2xOhZfNabJkl7pJniOCteNyVavOw4TuW4DVrKRdRIu+Ax13YFhpHLTBlKx4aVQvpVQd3G3mKwvgmoY1Q+gHWW53+hOvhExWS8PEL+F//IhpzcVbytJQJDB/qUjS8ZDFaI8SqJDS0HWOiENou4I0PTsiWb6Zg9LiV6rmmHzAt9qb5wfmBzXdAHr6YH5lYgAtclRaALg8lNN3KslYL07WPtwm750zF/OualHTNd4oGDy+2IhUKGAYR8imP+/GI0+4vRHOr/YWT0F0K+3Ee1ojx9nRJlMh5C2hmptOLnDHiCP0UkohBtf81jlrnmWNxaA8bYmrQsk6JXxBiar1bBTO4bdy3c2aVKZjK7fb9EWWAy9FIPZFiUZNvlqUboVM9TvVOqlvr1m6Gv4MSHXn2WtRGiw0xWW86zeM6C50ezHmUtAsQlyl2t0dvVQ8a9EruVQGKpQRN04J58/nzlSdbRrLPTU5uhvmp9mny2qYYMpb6kT5AqcvVbykoOeZbo/4bKQtMSJcpq9O8+5gNiSc9oQnJ9HKf1EZbrkwitaxZo65gSpCSBXqF8mnrjSV0Staz2cbBMbf755KvJO47TdEibikrPJYAq8D0igclTaVKeVRn1UDZDQ1b5a23wUgomuek7vm0HknKR0J79IOBl6tGPJVJKy/pNT8RWof78np8hzUwFenHz85qPWRefqZ8Xt7XfbMqasn5Z9EDgMaTYEPa1T5Uo5w/2hFRMrmrGAuUKRvH99vY/Q/uhDIsvAAA=&quot;"/>
    <we:property name="bookmark" value="&quot;H4sIAAAAAAAAA+1aWVPbSBD+Kym95MVQ0ozOvHFW2DgsBRRbWylqq2emZZTIkleSWbwU/317RjLYIHwFiFmAB5i7u7++pjXXlkrKQQqjQ+ij9cnazvMffSh+fHCsjpXVfa7juQ63fbSZHfHAiYSIaTQfVEmeldana6uCoofVWVIOIdUbUee3844FaXoEPd2KIS2xYw2wKPMM0uRfrCfTUFUM8aZj4dUgzQvQW55UUKHe9pKmU5tIcDY5nQiySi7xBGVV9/os4ErGMnRDhVJ6AY8DmlbWEwxlrVP01ub4nTyrIMnoGN3HkNs2U760PYcjB497oPvLJOulDcF3a09HAy2cCq8qkV9peYjvdLDe6eaGGGKuG7PYc4QQIeMBSnQivTpO0qo5UDRSv7YcOxDgBeAy5fCYC5cHhswGgdbhjlXVJGypS8gkKuqpN9crz8ayYx1rv8j7hMi11YBc0cy9rEqqkW6I3a+7eVkmtOB3AshAUGrJYIZDIrRj1azaNwTpHxdYoNmLZqikBkI3+gMokvJ+60uSKUNCF+NKD31FKIeF4XnvalBgWTY7nOTDQuIxxncNQ6kW5VGRE2GG2kPRTS4L0HuXZuw46V2YnbsJcV4DdAbpsBab3aVJ9HNea9jEeYsRsriU5tF5kf+zUyApttKSpA4x0ucaUb5CHLd6vQJ7MF43LcKdPB32W/oXxPhA3dJ/S76Zsz/MGtNnPwP9z9O+slosytq0tnRuVWSHunp5kUji9j5bq1O+kyaYVQ+I3Yd+kqZYj7YosZbsTN+YkmvdSYcloYOqJo9USuQ7F1BU0x6TGoXCYntkdHI3KcZOnnRu7xcarraVOuzQnO8TgaVBYtTY0DOL/tyEFOFzQHBtGXIPhQ30iw9Cygyvsk4esLMGBB5jRQRWs8mbZXKf6Swo5MWoi5eYPiT0dvzh0JiQM3KwddbT+MPlmR3/NWw0oeF2W2uK511ixnCpR/T0CQrN4Ie7Dj3c8GV9JSlerOwC2sx9vlG9OeHWRg4+hIAhQ99HxkChUg/zxldi5HPVQ0KhmqFXEg70uC392BPMRuaGoevHrh+ssx+e4eb+DwBNsFfDwwIWqAgi4TPpSxUKiOLH4WmuWDGPI9u1g0hwurdhQGvUU12xTid42opjIGktlo4f5lVbhjorR7fvcvSfTMO3lF6Dn0EklUGhK+jC3O8PM5x788qGaVqn320J+HLpUqv0lqR1Sa0v00QSxpMab/Wx6Bkt7pEiGnYJrUFNQoLlnYJN//f8SnJwT5Ll4inpquATMQZpfdS3VgX4+PX3w9OjvW73YO/4o15xXlunWaugghbx9XNlBIzGNNu33YYykR/HN7vH8ohb4l5e1+ogbvPAk24EQvhhoFyKFEosEyHW/v7/onUcb13LOM99MV+ERNI+jes2yNd3y5qffoyrB9tQvFcNVteL2ivFgRdAEHHFYwcgdpjne3MToyhSnheGzPd9Rt4MWRg9WWL0JD7rlyZJB6SZ8igvXzYlWr7sOEnlpA062kU0SHvgM497EqPYY7aKlMthrZB+UVB3cbAcrL8E1AkqH8A6z/M/Ux18qmIyWR4h/4u/5WNO7irezgqBoQdDysZXDAZrxHidxEaOCyxyI85i4arIdrhicx2zL5RC37N5xPwoUPoL5xs21yV98Hp6YOGEMvQ8UgS6MNjC9mLXWStIf32sXdotvzvmd8e8smOmSzwI8ASPWSRVFEIkZjjm9y9G878YLaD+b0ZGfyIUq31UK6uTlylRppMhpJuTSmt+TkGk+JeMZRwhDzZ85tgbriOcDWCMbSjHsSl6xYyh/WIVzPS+cTfCnV+qZDbj3fslyhLTsZd6IMOyItuuTgxCJ2ae7p1RtTSv3yxzBSc+zOrTvIsQH+aq3nKRxQsWPN+a9WhrkSAvUO0bjd6t3zMeVNivBZIoA5qkAw/U0+crP2Ud7To7O7UZ66vRp+nXm3rI0upL+gSZJte8pazlUOSp+W+sLDQt1aKsR/8eYjEilsyMNiQ3J3HavMVycxqhTcMCbZ1QgpSmMCi1T9NvPKlLoZHVFxytUpt/Ovka8o6SLBvTpqPSUwmgDnyPSGD6VJpU5HVGPZbN2JB1/toYvFKSKWEHbsB5qCgXifj8BwHPU49+LJHSWjZseyK2DvXn1/wMaW4qMEjan9e8zbr4XP08v2n8ZlvWlA+rcgASjyDDlrBvfKpCtVS8vrn5D/iq17liLwAA&quot;"/>
    <we:property name="datasetId" value="&quot;eb4dfdc1-7ff4-43ed-9605-e178f9d1bb2b&quot;"/>
    <we:property name="embedUrl" value="&quot;/reportEmbed?reportId=bb4b7088-e1b2-4078-b0d5-1bff44c572ec&amp;config=eyJjbHVzdGVyVXJsIjoiaHR0cHM6Ly9XQUJJLVdFU1QtRVVST1BF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2e7c3ac-3fb1-406b-bd77-4ae97e606b63}">
  <we:reference id="WA200003233" version="2.0.0.3" store="en-US" storeType="OMEX"/>
  <we:alternateReferences/>
  <we:properties>
    <we:property name="Microsoft.Office.CampaignId" value="&quot;none&quot;"/>
    <we:property name="reportUrl" value="&quot;/groups/me/reports/bb4b7088-e1b2-4078-b0d5-1bff44c572ec/7729831eb72bec5cf3c8?bookmarkGuid=d34ba9b0-3e4a-4215-9690-aef856e0dbf5&amp;bookmarkUsage=1&amp;ctid=475a14ea-12e0-4b5a-a42c-10fe6d8d707f&amp;fromEntryPoint=export&quot;"/>
    <we:property name="reportState" value="&quot;CONNECTED&quot;"/>
    <we:property name="artifactViewState" value="&quot;live&quot;"/>
    <we:property name="reportEmbeddedTime" value="&quot;2026-03-22T17:23:04.126Z&quot;"/>
    <we:property name="creatorSessionId" value="&quot;27218838-5d2a-43e7-9a68-1a2fee9a3df4&quot;"/>
    <we:property name="creatorUserId" value="&quot;1003200515F7E51C&quot;"/>
    <we:property name="creatorTenantId" value="&quot;475a14ea-12e0-4b5a-a42c-10fe6d8d707f&quot;"/>
    <we:property name="pageDisplayName" value="&quot;Changement de bacs&quot;"/>
    <we:property name="pageName" value="&quot;7729831eb72bec5cf3c8&quot;"/>
    <we:property name="reportName" value="&quot;Analyse_Dossiers_Conteneurs&quot;"/>
    <we:property name="isVisualContainerHeaderHidden" value="false"/>
    <we:property name="isFiltersActionButtonVisible" value="true"/>
    <we:property name="initialStateBookmark" value="&quot;H4sIAAAAAAAAA+1aW1PbOhD+Kx2/9CUwtnzvG5cw5RAuA0zPnOkwHVlaJWoVO8cXSg6T/35WsgNJCCQ1l9JSXoh1We1+3+5qJfva4rIYKTo+okOwPljbWfZtSPNv7xyrY6VN2/HxweHW6cGXo63DLjZno1JmaWF9uLZKmveh/CSLiiotARs/X3QsqtQJ7esnQVUBHWsEeZGlVMn/oB6MXWVewaRjwdVIZTnVIs9KWoIWe4nD8RnXdjZdXJGyUl7CGbCybg1DEkeuA0lIEmA+Ey6LcFhRDzCaLR2C7UKqEqXrn8m4ezXKUePrqaURdW3H5omdOHHk04QyylFuOR7p3i1+SVMGuqWWooV8mqpKOtZeng2NuAbMEkd201KWY/2Q7B7uZkUhccIx4mEsLnaytIQUKtSoY52bdewJIvj3AHIwsnAEl7XdKDgr9T+tNxRF07iTDUc0l8Xi04FMOYrrWD0QZd2lqmF6V8BZVuUMTkHcPhjtJ0jPSZ6hssaCfb5N2UlWgOk4lf2BkdqTCAVVBgyqKj01rZTCQebvouZ4Tt811Fgftwe1HGTfd3JAt0IknEnnhmnmEy9MBI2jiHnE9W3Xjf4wPYfhLox+Ca5n9JxnW2tzabKNlkBl2sQ9pgLHd/yAJ5EfcteLOHgrU4MICfU9IVwehtxmIqI2++Mwv2NqCGgc+iQK3Vgw33WSGAL/D9O/V2pAtl8Pnw9TR26pOwRaVDm05u4o2RnQtA9DSMsC4SlWMujbPese+tZTpjV/y3WdZdGeYXEHm/pZLhmq/3R+tqOkXn1RtT06lEpB3btELY1VIdO+ampdU9GaX7UvWExVBUIN6KI5Wplrl8qSr1i96s0HZ2c5h3x7bFxlV+bTuhddofuzOdB+XJfjOPDrTMHdUDBu/PuZMb+Y6AFcJASIlzCB+7lHfDvw+Oqd3BWx7dlhnLieIBDSWDxZkX8+Y8mWEBS5+wVy+hbXc+AjTWRpfKKXYMk0HFbpy+b4pej9oK4/GIqFkgw5no0/awh4qNU/+hgWxlxka1SrIKG4dbD5X8/vJPsLSBbrx1pb8lEZw7Re6vNSB3h/eHx0ftLt9fa7p+/1jItJHZ56LqclXQLfMOMGYDChuVzsNi0kez/dfSb3ZJ0b5V7e1+oUFMYxd2M/ijwiCD4Qmtj3p6C7SWY+Xrb6/Rz6dEr4Yjpom1TPKRvcNW8Xtw74K5sm/r0qbfYZp0Ug9WmFQdNyH3s1Ztee5gdOaHPueWEIhJFIgMdeHafT/3cL36ZnwTrSplChOW+6XhezLYyvqWUUeBAB+CIIOBMOD1yTiR6EoYSrMsmu5jHQ0jwnZHaQxDyMfS+wIxH4YqWjPE+tqsuzLyfHZ91FSDBnaTOw/ydU0Ear3e4j9Lo3rF7B+WNl/IzkZVae00Stmxmdxfh5boe4t5w/zb632VZ/XANUoF7iSZZbw9eaowMjxE+iMPE5sQOB6YDQ3zHHP3eE36eifpdTtTodjyQ86lD8erh47rPySuxrV08i7lLOYy9xbZcHjo9e397VX0HeXc+nP+KSNGeDcQ8uQd3V96b/btdUn0943q7fTDbHp0dy1JwGb8Ra84UpGmOs1D16+IyGpvPdbYPubuyyDhHMQZtIUzJdHmqrnfbNgVuHkuMBOBCEgFGEJwPGOXMeVfC9ORxbVHpvBqN/gObt4rgoz17mIkvNXmT1MnRpbY8pcb8wwUQMbrgREMfe8JzE2aCEkA3uODa3E0EI2C92z6UWN5YG3NUXWsQmbm/xIqsANS047mBYlBjb5Zlh6MyM060P3G2Zj2Isk1DQDjP7POsBFUcZr0WuM3nNa7G3Fj0X5pTPBsD3jEfv1t837ZcwrAGR5hVBwXDBfV7XhE95zf6o6Fjusw/fwE/9tT7WzH3Npbss7b7oTzTV6ppPrGoc8kyZX1NnwWFKQ1n3/ltBPkaTzIhlTG7O8rR5w+XmPEObxgQULbHmU4qOCp3T9Kdf2MTBYHUA4zZnv6fD16h3ItN0qpvelZ4KgHrjuweB+VVxUJ7VL4Km2EwDWb9mabLRZHmOz6qyGFEGJzSFJUnKeAAHvn5qwi1G6puLhydoxW+y0WTyPxkr629QKAAA&quot;"/>
    <we:property name="bookmark" value="&quot;H4sIAAAAAAAAA+1aW1PbOhD+Kx2/9CUwtnzvG5cw5RAuA0zPnOkwHVlaJWoVO8cXSg6T/35WsgNJCCQ1l9JSXoh1We1+3+5qJfva4rIYKTo+okOwPljbWfZtSPNv7xyrY6VN2/HxweHW6cGXo63DLjZno1JmaWF9uLZKmveh/CSLiiotARs/X3QsqtQJ7esnQVUBHWsEeZGlVMn/oB6MXWVewaRjwdVIZTnVIs9KWoIWe4nD8RnXdjZdXJGyUl7CGbCybg1DEkeuA0lIEmA+Ey6LcFhRDzCaLR2C7UKqEqXrn8m4ezXKUePrqaURdW3H5omdOHHk04QyylFuOR7p3i1+SVMGuqWWooV8mqpKOtZeng2NuAbMEkd201KWY/2Q7B7uZkUhccIx4mEsLnaytIQUKtSoY52bdewJIvj3AHIwsnAEl7XdKDgr9T+tNxRF07iTDUc0l8Xi04FMOYrrWD0QZd2lqmF6V8BZVuUMTkHcPhjtJ0jPSZ6hssaCfb5N2UlWgOk4lf2BkdqTCAVVBgyqKj01rZTCQebvouZ4Tt811Fgftwe1HGTfd3JAt0IknEnnhmnmEy9MBI2jiHnE9W3Xjf4wPYfhLox+Ca5n9JxnW2tzabKNlkBl2sQ9pgLHd/yAJ5EfcteLOHgrU4MICfU9IVwehtxmIqI2++Mwv2NqCGgc+iQK3Vgw33WSGAL/D9O/V2pAtl8Pnw9TR26pOwRaVDm05u4o2RnQtA9DSMsC4SlWMujbPese+tZTpjV/y3WdZdGeYXEHm/pZLhmq/3R+tqOkXn1RtT06lEpB3btELY1VIdO+ampdU9GaX7UvWExVBUIN6KI5Wplrl8qSr1i96s0HZ2c5h3x7bFxlV+bTuhddofuzOdB+XJfjOPDrTMHdUDBu/PuZMb+Y6AFcJASIlzCB+7lHfDvw+Oqd3BWx7dlhnLieIBDSWDxZkX8+Y8mWEBS5+wVy+hbXc+AjTWRpfKKXYMk0HFbpy+b4pej9oK4/GIqFkgw5no0/awh4qNU/+hgWxlxka1SrIKG4dbD5X8/vJPsLSBbrx1pb8lEZw7Re6vNSB3h/eHx0ftLt9fa7p+/1jItJHZ56LqclXQLfMOMGYDChuVzsNi0kez/dfSb3ZJ0b5V7e1+oUFMYxd2M/ijwiCD4Qmtj3p6C7SWY+Xrb6/Rz6dEr4Yjpom1TPKRvcNW8Xtw74K5sm/r0qbfYZp0Ug9WmFQdNyH3s1Ztee5gdOaHPueWEIhJFIgMdeHafT/3cL36ZnwTrSplChOW+6XhezLYyvqWUUeBAB+CIIOBMOD1yTiR6EoYSrMsmu5jHQ0jwnZHaQxDyMfS+wIxH4YqWjPE+tqsuzLyfHZ91FSDBnaTOw/ydU0Ear3e4j9Lo3rF7B+WNl/IzkZVae00Stmxmdxfh5boe4t5w/zb632VZ/XANUoF7iSZZbw9eaowMjxE+iMPE5sQOB6YDQ3zHHP3eE36eifpdTtTodjyQ86lD8erh47rPySuxrV08i7lLOYy9xbZcHjo9e397VX0HeXc+nP+KSNGeDcQ8uQd3V96b/btdUn0943q7fTDbHp0dy1JwGb8Ra84UpGmOs1D16+IyGpvPdbYPubuyyDhHMQZtIUzJdHmqrnfbNgVuHkuMBOBCEgFGEJwPGOXMeVfC9ORxbVHpvBqN/gObt4rgoz17mIkvNXmT1MnRpbY8pcb8wwUQMbrgREMfe8JzE2aCEkA3uODa3E0EI2C92z6UWN5YG3NUXWsQmbm/xIqsANS047mBYlBjb5Zlh6MyM060P3G2Zj2Isk1DQDjP7POsBFUcZr0WuM3nNa7G3Fj0X5pTPBsD3jEfv1t837ZcwrAGR5hVBwXDBfV7XhE95zf6o6Fjusw/fwE/9tT7WzH3Npbss7b7oTzTV6ppPrGoc8kyZX1NnwWFKQ1n3/ltBPkaTzIhlTG7O8rR5w+XmPEObxgQULbHmU4qOCp3T9Kdf2MTBYHUA4zZnv6fD16h3ItN0qpvelZ4KgHrjuweB+VVxUJ7VL4Km2EwDWb9mabLRZHmOz6qyGFEGJzSFJUnKeAAHvn5qwi1G6puLhydoxW+y0WTyPxkr629QKAAA&quot;"/>
    <we:property name="datasetId" value="&quot;eb4dfdc1-7ff4-43ed-9605-e178f9d1bb2b&quot;"/>
    <we:property name="embedUrl" value="&quot;/reportEmbed?reportId=bb4b7088-e1b2-4078-b0d5-1bff44c572ec&amp;config=eyJjbHVzdGVyVXJsIjoiaHR0cHM6Ly9XQUJJLVdFU1QtRVVST1BF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STAVE ICNEL DANY OSIAS</cp:lastModifiedBy>
  <cp:revision>5</cp:revision>
  <dcterms:created xsi:type="dcterms:W3CDTF">2018-06-07T21:39:02Z</dcterms:created>
  <dcterms:modified xsi:type="dcterms:W3CDTF">2026-03-22T17:24:25Z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